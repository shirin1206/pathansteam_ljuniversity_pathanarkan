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Decision Reversal Patterns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the moment “yes, let’s do it” quietly turns into “actually, let’s not.”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CEREBRO — Neural Sentiment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worth solving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828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“Okay, we’re going with vendor A.”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1546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1546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“Hmm, can we just look at B once more?”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4805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4805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“Honestly, let’s start the whole thing over.”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73736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lived this.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ends with a clear decision, and a few days later it has quietly come undone. Nobody flags it, so the deadline slips and everyone wonders why.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record what was decided. Almost none of them check whether the decision actually holds.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what we’re going after.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Originality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53689" cy="4114800"/>
          </a:xfrm>
          <a:prstGeom prst="roundRect">
            <a:avLst>
              <a:gd name="adj" fmla="val 3177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follows decisions, not just moods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tools tell you how someone feels. We pick out one specific commitment and watch what happens to it over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089" y="1737360"/>
            <a:ext cx="3453689" cy="4114800"/>
          </a:xfrm>
          <a:prstGeom prst="roundRect">
            <a:avLst>
              <a:gd name="adj" fmla="val 3177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2409" y="20116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2409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42409" y="274320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reversal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642409" y="37490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U-turn, a soft hedge (“maybe we should rethink”), a silent one where actions contradict words, and the classic flip-flop.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87538" y="1737360"/>
            <a:ext cx="3453689" cy="4114800"/>
          </a:xfrm>
          <a:prstGeom prst="roundRect">
            <a:avLst>
              <a:gd name="adj" fmla="val 3177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1858" y="20116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185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61858" y="274320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says why, not only that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461858" y="37490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reversal is paired with the emotion around it, so you can tell frustration or pressure from a genuine change of mind.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conversation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into turns with speaker and order, using the parser we already built for CEREBRO.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01568" y="173736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0168" y="19659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decisions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429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phrases plus a zero-shot classifier mark which lines are real decisions.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4496" y="173736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3096" y="19659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309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what comes later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3429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 link later messages to the same topic. An NLI model asks: does this contradict the decision?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07424" y="1737360"/>
            <a:ext cx="2532888" cy="3383280"/>
          </a:xfrm>
          <a:prstGeom prst="roundRect">
            <a:avLst>
              <a:gd name="adj" fmla="val 43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36024" y="19659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602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36024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and explain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336024" y="34290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strength, hedging and the tension jump from CEREBRO’s emotion model become one reversal score.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5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Streamlit, Hugging Face Transformers, Plotly. </a:t>
            </a:r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upfront: </a:t>
            </a:r>
            <a:pPr indent="0" marL="0">
              <a:buNone/>
            </a:pPr>
            <a:r>
              <a:rPr lang="en-US" sz="150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is a prototype heuristic. It gives a signal to look at, not a verdict.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to the 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decisions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749040" y="173736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023360" y="17373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lines where something was actually agreed, so we know what to track.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reversal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749040" y="283464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23360" y="28346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a later message walks that decision back, openly or quietly.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pattern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749040" y="393192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023360" y="39319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often it happens, who does it, and whether it repeats on the same topic.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trigger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749040" y="502920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23360" y="50292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each reversal to the emotion and tension around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Real-World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grow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is scored on its own, so it runs in parallel with no shared state.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distilled models keep it fast enough on ordinary CPUs.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API lets it plug into Slack, Teams, email or meeting transcripts.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scores need storing, so raw chats can stay private.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45352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65392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helps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65392" y="26060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teams: catch a shaky decision before the deadline does.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support: customers who reverse often leave soon after.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negotiations: see when a deal is wobbling.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Meetings: a quick check on which action items quietly died.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on labelled conversations and tune the thresholds honestly.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timeline view that shows each decision and where it cracked.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the tools teams already use.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are easy to make. Knowing whether they stick is the hard part.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Decision Reversal Patterns</dc:title>
  <dc:subject>PptxGenJS Presentation</dc:subject>
  <dc:creator>PptxGenJS</dc:creator>
  <cp:lastModifiedBy>PptxGenJS</cp:lastModifiedBy>
  <cp:revision>1</cp:revision>
  <dcterms:created xsi:type="dcterms:W3CDTF">2026-10-03T05:21:37Z</dcterms:created>
  <dcterms:modified xsi:type="dcterms:W3CDTF">2026-10-03T05:21:37Z</dcterms:modified>
</cp:coreProperties>
</file>